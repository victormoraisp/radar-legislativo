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65392"/>
            <a:ext cx="11384280" cy="0"/>
          </a:xfrm>
          <a:prstGeom prst="line">
            <a:avLst/>
          </a:prstGeom>
          <a:noFill/>
          <a:ln w="7620">
            <a:solidFill>
              <a:srgbClr val="D8DE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0196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Radar Legislativo • Projeto Integrador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2926080" cy="310896"/>
          </a:xfrm>
          <a:prstGeom prst="rect">
            <a:avLst/>
          </a:prstGeom>
          <a:solidFill>
            <a:srgbClr val="00B8D9"/>
          </a:solidFill>
          <a:ln>
            <a:solidFill>
              <a:srgbClr val="00B8D9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Projeto Integrador • Engenharia de Dados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1572768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Radar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Legislativo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13232" y="3364992"/>
            <a:ext cx="60350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5E2F2"/>
                </a:solidFill>
              </a:rPr>
              <a:t>Pipeline automatizado para transformar dados públicos da Câmara em sinal executivo acionável.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06640" y="1371600"/>
            <a:ext cx="3383280" cy="2834640"/>
          </a:xfrm>
          <a:prstGeom prst="rect">
            <a:avLst/>
          </a:prstGeom>
          <a:solidFill>
            <a:srgbClr val="102B4E"/>
          </a:solidFill>
          <a:ln w="12700">
            <a:solidFill>
              <a:srgbClr val="2D5B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Câmara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+ Pandas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n8n + IA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E-mail executivo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13232" y="566928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4DD"/>
                </a:solidFill>
              </a:rPr>
              <a:t>GitHub: github.com/victormoraisp/radar-legislativo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Problema: dado público existe; sinal acionável não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Bússola Pública: relatórios manuais, planilhas pessoais e pouca escalabilidade.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Gargalos identificados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base histórica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624328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Classificação inconsistente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37413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dependem de memória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123944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F5E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 não medidos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Virada proposta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94960" y="1965960"/>
            <a:ext cx="5120640" cy="1051560"/>
          </a:xfrm>
          <a:prstGeom prst="rect">
            <a:avLst/>
          </a:prstGeom>
          <a:solidFill>
            <a:srgbClr val="EAF2FF"/>
          </a:solidFill>
          <a:ln w="12700">
            <a:solidFill>
              <a:srgbClr val="1F5E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leitura manual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pipeline que roda sozinho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46320" y="2487168"/>
            <a:ext cx="411480" cy="0"/>
          </a:xfrm>
          <a:prstGeom prst="line">
            <a:avLst/>
          </a:prstGeom>
          <a:noFill/>
          <a:ln w="2032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394960" y="3401568"/>
            <a:ext cx="5120640" cy="105156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manchete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indicador e alerta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846320" y="3931920"/>
            <a:ext cx="411480" cy="0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14400" y="555955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Resultado esperado: base versionada, banco analítico, IA aplicada e entrega diária automatizada.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Arquitetura implementada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Separação clara entre ingestão/modelagem, banco analítico e entrega executiva com IA.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14813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E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Câmara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abertos v2</a:t>
            </a:r>
            <a:endParaRPr lang="en-US" sz="940" dirty="0"/>
          </a:p>
        </p:txBody>
      </p:sp>
      <p:sp>
        <p:nvSpPr>
          <p:cNvPr id="5" name="Shape 3"/>
          <p:cNvSpPr/>
          <p:nvPr/>
        </p:nvSpPr>
        <p:spPr>
          <a:xfrm>
            <a:off x="2029968" y="2423160"/>
            <a:ext cx="100584" cy="0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148840" y="1965960"/>
            <a:ext cx="1481328" cy="914400"/>
          </a:xfrm>
          <a:prstGeom prst="rect">
            <a:avLst/>
          </a:prstGeom>
          <a:solidFill>
            <a:srgbClr val="F0F7FF"/>
          </a:solidFill>
          <a:ln w="12700">
            <a:solidFill>
              <a:srgbClr val="10B98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 + Pandas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3675888" y="2423160"/>
            <a:ext cx="100584" cy="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794760" y="1965960"/>
            <a:ext cx="14813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Lake local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+ CSV + Parquet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5321808" y="2423160"/>
            <a:ext cx="100584" cy="0"/>
          </a:xfrm>
          <a:prstGeom prst="line">
            <a:avLst/>
          </a:prstGeom>
          <a:noFill/>
          <a:ln w="2032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440680" y="1965960"/>
            <a:ext cx="1481328" cy="914400"/>
          </a:xfrm>
          <a:prstGeom prst="rect">
            <a:avLst/>
          </a:prstGeom>
          <a:solidFill>
            <a:srgbClr val="F0F7FF"/>
          </a:solidFill>
          <a:ln w="12700"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+ views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967728" y="2423160"/>
            <a:ext cx="100584" cy="0"/>
          </a:xfrm>
          <a:prstGeom prst="line">
            <a:avLst/>
          </a:prstGeom>
          <a:noFill/>
          <a:ln w="20320">
            <a:solidFill>
              <a:srgbClr val="00B8D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086600" y="1965960"/>
            <a:ext cx="14813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8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n8n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Orquestração diária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613648" y="2423160"/>
            <a:ext cx="100584" cy="0"/>
          </a:xfrm>
          <a:prstGeom prst="line">
            <a:avLst/>
          </a:prstGeom>
          <a:noFill/>
          <a:ln w="2032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732520" y="1965960"/>
            <a:ext cx="1481328" cy="914400"/>
          </a:xfrm>
          <a:prstGeom prst="rect">
            <a:avLst/>
          </a:prstGeom>
          <a:solidFill>
            <a:srgbClr val="F0F7FF"/>
          </a:solidFill>
          <a:ln w="12700">
            <a:solidFill>
              <a:srgbClr val="EF444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executiva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10259568" y="2423160"/>
            <a:ext cx="100584" cy="0"/>
          </a:xfrm>
          <a:prstGeom prst="line">
            <a:avLst/>
          </a:prstGeom>
          <a:noFill/>
          <a:ln w="20320">
            <a:solidFill>
              <a:srgbClr val="0B1F3A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378440" y="1965960"/>
            <a:ext cx="14813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F3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E-mail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Resumo para diretoria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77724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Ponto de desenho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443984"/>
            <a:ext cx="102412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</a:rPr>
              <a:t>Os dados originais ficam preservados nas tabelas fato/dimensão. A IA atua na camada de entrega, gerando análise executiva para o e-mail sem adulterar a base transacional.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349240"/>
            <a:ext cx="1600200" cy="310896"/>
          </a:xfrm>
          <a:prstGeom prst="rect">
            <a:avLst/>
          </a:prstGeom>
          <a:solidFill>
            <a:srgbClr val="1F5EFF"/>
          </a:solidFill>
          <a:ln>
            <a:solidFill>
              <a:srgbClr val="1F5E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rastreabilidade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0" y="5349240"/>
            <a:ext cx="1417320" cy="310896"/>
          </a:xfrm>
          <a:prstGeom prst="rect">
            <a:avLst/>
          </a:prstGeom>
          <a:solidFill>
            <a:srgbClr val="10B981"/>
          </a:solidFill>
          <a:ln>
            <a:solidFill>
              <a:srgbClr val="10B981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automação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0" y="5349240"/>
            <a:ext cx="1508760" cy="310896"/>
          </a:xfrm>
          <a:prstGeom prst="rect">
            <a:avLst/>
          </a:prstGeom>
          <a:solidFill>
            <a:srgbClr val="EF4444"/>
          </a:solidFill>
          <a:ln>
            <a:solidFill>
              <a:srgbClr val="EF4444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IA aplicada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26480" y="5349240"/>
            <a:ext cx="1920240" cy="310896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entrega executiva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e evidência de carga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Tabelas fato/dimensão populadas no Supabase com dados públicos da Câmara.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5E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16.082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proposições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514600" y="13258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1.393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514600" y="18288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votações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89120" y="13258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3.000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389120" y="18288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despesas no Supabase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29400" y="13258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36.542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29400" y="18288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despesas extraídas localmente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0" y="13258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0" y="1828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deputados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Modelo analítico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333756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E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Dimensões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dim_deputado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dim_partido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dim_tema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dim_situacao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333756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Fatos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fato_proposicao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fato_votacao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fato_despesa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26280" y="3977640"/>
            <a:ext cx="457200" cy="0"/>
          </a:xfrm>
          <a:prstGeom prst="line">
            <a:avLst/>
          </a:prstGeom>
          <a:noFill/>
          <a:ln w="2032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14400" y="537667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B5563"/>
                </a:solidFill>
              </a:rPr>
              <a:t>Amostra controlada de despesas: reduz tempo de carga no Supabase e mantém evidência do endpoint completo.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Automação e IA no relatório executivo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n8n busca os dados, aciona a OpenAI e envia o resumo diário por e-mail.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600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E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06h diário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2304288" y="2075688"/>
            <a:ext cx="155448" cy="0"/>
          </a:xfrm>
          <a:prstGeom prst="line">
            <a:avLst/>
          </a:prstGeom>
          <a:noFill/>
          <a:ln w="2032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496312" y="1691640"/>
            <a:ext cx="1600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proposições + votações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4160520" y="2075688"/>
            <a:ext cx="155448" cy="0"/>
          </a:xfrm>
          <a:prstGeom prst="line">
            <a:avLst/>
          </a:prstGeom>
          <a:noFill/>
          <a:ln w="2032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352544" y="1691640"/>
            <a:ext cx="1600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IA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estruturado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016752" y="2075688"/>
            <a:ext cx="155448" cy="0"/>
          </a:xfrm>
          <a:prstGeom prst="line">
            <a:avLst/>
          </a:prstGeom>
          <a:noFill/>
          <a:ln w="2032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208776" y="1691640"/>
            <a:ext cx="1600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executiva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872984" y="2075688"/>
            <a:ext cx="155448" cy="0"/>
          </a:xfrm>
          <a:prstGeom prst="line">
            <a:avLst/>
          </a:prstGeom>
          <a:noFill/>
          <a:ln w="2032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065008" y="1691640"/>
            <a:ext cx="1600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tabelas + síntese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9729216" y="2075688"/>
            <a:ext cx="155448" cy="0"/>
          </a:xfrm>
          <a:prstGeom prst="line">
            <a:avLst/>
          </a:prstGeom>
          <a:noFill/>
          <a:ln w="2032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921240" y="1691640"/>
            <a:ext cx="1600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F3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E-mail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diretoria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868680" y="3246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Exemplo de saída da IA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3703320"/>
            <a:ext cx="10332720" cy="1005840"/>
          </a:xfrm>
          <a:prstGeom prst="rect">
            <a:avLst/>
          </a:prstGeom>
          <a:solidFill>
            <a:srgbClr val="F0F7FF"/>
          </a:solidFill>
          <a:ln w="12700">
            <a:solidFill>
              <a:srgbClr val="B8D4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“Nas últimas semanas, a Câmara tem focado em temas sociais e financeiros, com proposições sobre educação, crédito consignado, atendimento humano em instituições financeiras e apoio a cuidadores de pessoas com TEA.”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523036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4B5563"/>
                </a:solidFill>
              </a:rPr>
              <a:t>A IA é aplicada na entrega executiva: sintetiza temas recorrentes, impactos e pontos de atenção sem alterar o banco transacional.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Conclusão: aderência ao desafio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funcional, automatizado e versionado — pronto para evidências e apresentação final.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566928" cy="310896"/>
          </a:xfrm>
          <a:prstGeom prst="rect">
            <a:avLst/>
          </a:prstGeom>
          <a:solidFill>
            <a:srgbClr val="10B981"/>
          </a:solidFill>
          <a:ln>
            <a:solidFill>
              <a:srgbClr val="10B981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600200" y="13441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Funcionamento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703320" y="134416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</a:rPr>
              <a:t>Pipeline roda fim a fim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075688"/>
            <a:ext cx="566928" cy="310896"/>
          </a:xfrm>
          <a:prstGeom prst="rect">
            <a:avLst/>
          </a:prstGeom>
          <a:solidFill>
            <a:srgbClr val="1F5EFF"/>
          </a:solidFill>
          <a:ln>
            <a:solidFill>
              <a:srgbClr val="1F5E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600200" y="20939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Modelagem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703320" y="209397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</a:rPr>
              <a:t>Fatos + dimensões no Supabase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2825496"/>
            <a:ext cx="566928" cy="310896"/>
          </a:xfrm>
          <a:prstGeom prst="rect">
            <a:avLst/>
          </a:prstGeom>
          <a:solidFill>
            <a:srgbClr val="EF4444"/>
          </a:solidFill>
          <a:ln>
            <a:solidFill>
              <a:srgbClr val="EF4444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00200" y="28437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IA aplicada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703320" y="284378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</a:rPr>
              <a:t>Análise executiva no n8n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575304"/>
            <a:ext cx="566928" cy="310896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00200" y="35935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Automação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03320" y="3593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</a:rPr>
              <a:t>Workflow diário + e-mail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4325112"/>
            <a:ext cx="566928" cy="310896"/>
          </a:xfrm>
          <a:prstGeom prst="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00200" y="4343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Comunicação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703320" y="43434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</a:rPr>
              <a:t>README + pitch deck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68680" y="5440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</a:rPr>
              <a:t>Próximos avanços técnicos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886200" y="54406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Incremental diário • classificação temática persistida • dashboard Power BI • embeddings com pgvector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Bússola Pública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Radar Legislativo</dc:title>
  <dc:subject>Projeto Integrador de Engenharia de Dados</dc:subject>
  <dc:creator>Radar Legislativo</dc:creator>
  <cp:lastModifiedBy>Radar Legislativo</cp:lastModifiedBy>
  <cp:revision>1</cp:revision>
  <dcterms:created xsi:type="dcterms:W3CDTF">2026-07-13T00:46:25Z</dcterms:created>
  <dcterms:modified xsi:type="dcterms:W3CDTF">2026-07-13T00:46:25Z</dcterms:modified>
</cp:coreProperties>
</file>